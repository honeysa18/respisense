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K Modular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54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6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535" b="-953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44661"/>
            <a:ext cx="18288000" cy="7832463"/>
          </a:xfrm>
          <a:custGeom>
            <a:avLst/>
            <a:gdLst/>
            <a:ahLst/>
            <a:cxnLst/>
            <a:rect l="l" t="t" r="r" b="b"/>
            <a:pathLst>
              <a:path w="18288000" h="7832463">
                <a:moveTo>
                  <a:pt x="0" y="0"/>
                </a:moveTo>
                <a:lnTo>
                  <a:pt x="18288000" y="0"/>
                </a:lnTo>
                <a:lnTo>
                  <a:pt x="18288000" y="7832463"/>
                </a:lnTo>
                <a:lnTo>
                  <a:pt x="0" y="7832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436475" y="7306618"/>
            <a:ext cx="1241850" cy="1610182"/>
            <a:chOff x="0" y="0"/>
            <a:chExt cx="1655801" cy="21469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5826" cy="2146935"/>
            </a:xfrm>
            <a:custGeom>
              <a:avLst/>
              <a:gdLst/>
              <a:ahLst/>
              <a:cxnLst/>
              <a:rect l="l" t="t" r="r" b="b"/>
              <a:pathLst>
                <a:path w="1655826" h="2146935">
                  <a:moveTo>
                    <a:pt x="0" y="0"/>
                  </a:moveTo>
                  <a:lnTo>
                    <a:pt x="1655826" y="0"/>
                  </a:lnTo>
                  <a:lnTo>
                    <a:pt x="1655826" y="2146935"/>
                  </a:lnTo>
                  <a:lnTo>
                    <a:pt x="0" y="2146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" r="-12"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083795" y="2314575"/>
            <a:ext cx="1704661" cy="2299354"/>
            <a:chOff x="0" y="0"/>
            <a:chExt cx="2272881" cy="30658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2919" cy="3065780"/>
            </a:xfrm>
            <a:custGeom>
              <a:avLst/>
              <a:gdLst/>
              <a:ahLst/>
              <a:cxnLst/>
              <a:rect l="l" t="t" r="r" b="b"/>
              <a:pathLst>
                <a:path w="2272919" h="3065780">
                  <a:moveTo>
                    <a:pt x="0" y="0"/>
                  </a:moveTo>
                  <a:lnTo>
                    <a:pt x="2272919" y="0"/>
                  </a:lnTo>
                  <a:lnTo>
                    <a:pt x="2272919" y="3065780"/>
                  </a:lnTo>
                  <a:lnTo>
                    <a:pt x="0" y="3065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29" r="-202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115633" y="4868704"/>
            <a:ext cx="2287334" cy="2830316"/>
            <a:chOff x="0" y="0"/>
            <a:chExt cx="3049778" cy="37737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49778" cy="3773805"/>
            </a:xfrm>
            <a:custGeom>
              <a:avLst/>
              <a:gdLst/>
              <a:ahLst/>
              <a:cxnLst/>
              <a:rect l="l" t="t" r="r" b="b"/>
              <a:pathLst>
                <a:path w="3049778" h="3773805">
                  <a:moveTo>
                    <a:pt x="0" y="0"/>
                  </a:moveTo>
                  <a:lnTo>
                    <a:pt x="3049778" y="0"/>
                  </a:lnTo>
                  <a:lnTo>
                    <a:pt x="3049778" y="3773805"/>
                  </a:lnTo>
                  <a:lnTo>
                    <a:pt x="0" y="3773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78" b="-237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2560284" y="399393"/>
            <a:ext cx="5181276" cy="1258614"/>
            <a:chOff x="0" y="0"/>
            <a:chExt cx="6908368" cy="16781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08419" cy="1678178"/>
            </a:xfrm>
            <a:custGeom>
              <a:avLst/>
              <a:gdLst/>
              <a:ahLst/>
              <a:cxnLst/>
              <a:rect l="l" t="t" r="r" b="b"/>
              <a:pathLst>
                <a:path w="6908419" h="1678178">
                  <a:moveTo>
                    <a:pt x="0" y="0"/>
                  </a:moveTo>
                  <a:lnTo>
                    <a:pt x="6908419" y="0"/>
                  </a:lnTo>
                  <a:lnTo>
                    <a:pt x="6908419" y="1678178"/>
                  </a:lnTo>
                  <a:lnTo>
                    <a:pt x="0" y="167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1" b="-2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46440" y="5241598"/>
            <a:ext cx="12013844" cy="201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NAME: TYPE HERE</a:t>
            </a:r>
          </a:p>
          <a:p>
            <a:pPr algn="l">
              <a:lnSpc>
                <a:spcPts val="3990"/>
              </a:lnSpc>
            </a:pPr>
            <a:r>
              <a:rPr lang="en-US" sz="3000" spc="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COLLEGE NAME: TYPE HERE</a:t>
            </a:r>
          </a:p>
          <a:p>
            <a:pPr algn="l">
              <a:lnSpc>
                <a:spcPts val="3990"/>
              </a:lnSpc>
            </a:pPr>
            <a:r>
              <a:rPr lang="en-US" sz="3000" spc="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PROBLEM TRACK: TYPE HERE</a:t>
            </a:r>
          </a:p>
          <a:p>
            <a:pPr algn="l">
              <a:lnSpc>
                <a:spcPts val="3990"/>
              </a:lnSpc>
            </a:pPr>
            <a:endParaRPr lang="en-US" sz="3000" spc="600">
              <a:solidFill>
                <a:srgbClr val="FFFFFF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255289" y="6289348"/>
            <a:ext cx="5317274" cy="5317274"/>
            <a:chOff x="0" y="0"/>
            <a:chExt cx="7089699" cy="70896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261275" y="7716974"/>
            <a:ext cx="5480285" cy="3082661"/>
            <a:chOff x="0" y="0"/>
            <a:chExt cx="7307047" cy="41102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46440" y="399393"/>
            <a:ext cx="5766730" cy="1427264"/>
            <a:chOff x="0" y="0"/>
            <a:chExt cx="7688974" cy="19030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88961" cy="1902968"/>
            </a:xfrm>
            <a:custGeom>
              <a:avLst/>
              <a:gdLst/>
              <a:ahLst/>
              <a:cxnLst/>
              <a:rect l="l" t="t" r="r" b="b"/>
              <a:pathLst>
                <a:path w="7688961" h="1902968">
                  <a:moveTo>
                    <a:pt x="0" y="0"/>
                  </a:moveTo>
                  <a:lnTo>
                    <a:pt x="7688961" y="0"/>
                  </a:lnTo>
                  <a:lnTo>
                    <a:pt x="7688961" y="1902968"/>
                  </a:lnTo>
                  <a:lnTo>
                    <a:pt x="0" y="1902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30" b="-134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-362360" y="2951007"/>
            <a:ext cx="19012719" cy="186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20"/>
              </a:lnSpc>
            </a:pPr>
            <a:r>
              <a:rPr lang="en-US" sz="9800" spc="-411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ONLINE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535" b="-95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5289" y="6289348"/>
            <a:ext cx="5317274" cy="5317274"/>
            <a:chOff x="0" y="0"/>
            <a:chExt cx="7089699" cy="70896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261275" y="7716974"/>
            <a:ext cx="5480285" cy="3082661"/>
            <a:chOff x="0" y="0"/>
            <a:chExt cx="7307047" cy="4110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55289" y="571500"/>
            <a:ext cx="11845947" cy="91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289" y="1656855"/>
            <a:ext cx="3609099" cy="55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TYPE HERE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560284" y="399393"/>
            <a:ext cx="5181276" cy="1258614"/>
            <a:chOff x="0" y="0"/>
            <a:chExt cx="6908368" cy="16781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08419" cy="1678178"/>
            </a:xfrm>
            <a:custGeom>
              <a:avLst/>
              <a:gdLst/>
              <a:ahLst/>
              <a:cxnLst/>
              <a:rect l="l" t="t" r="r" b="b"/>
              <a:pathLst>
                <a:path w="6908419" h="1678178">
                  <a:moveTo>
                    <a:pt x="0" y="0"/>
                  </a:moveTo>
                  <a:lnTo>
                    <a:pt x="6908419" y="0"/>
                  </a:lnTo>
                  <a:lnTo>
                    <a:pt x="6908419" y="1678178"/>
                  </a:lnTo>
                  <a:lnTo>
                    <a:pt x="0" y="167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" b="-2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535" b="-95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5289" y="6289348"/>
            <a:ext cx="5317274" cy="5317274"/>
            <a:chOff x="0" y="0"/>
            <a:chExt cx="7089699" cy="70896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261275" y="7716974"/>
            <a:ext cx="5480285" cy="3082661"/>
            <a:chOff x="0" y="0"/>
            <a:chExt cx="7307047" cy="4110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55289" y="304800"/>
            <a:ext cx="11429533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120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SOLUTION ABSTRACT</a:t>
            </a:r>
          </a:p>
          <a:p>
            <a:pPr algn="l">
              <a:lnSpc>
                <a:spcPts val="8400"/>
              </a:lnSpc>
            </a:pPr>
            <a:endParaRPr lang="en-US" sz="6000" spc="120">
              <a:solidFill>
                <a:srgbClr val="00EDFF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5289" y="1656855"/>
            <a:ext cx="3609099" cy="55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TYPE HERE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560284" y="399393"/>
            <a:ext cx="5181276" cy="1258614"/>
            <a:chOff x="0" y="0"/>
            <a:chExt cx="6908368" cy="16781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08419" cy="1678178"/>
            </a:xfrm>
            <a:custGeom>
              <a:avLst/>
              <a:gdLst/>
              <a:ahLst/>
              <a:cxnLst/>
              <a:rect l="l" t="t" r="r" b="b"/>
              <a:pathLst>
                <a:path w="6908419" h="1678178">
                  <a:moveTo>
                    <a:pt x="0" y="0"/>
                  </a:moveTo>
                  <a:lnTo>
                    <a:pt x="6908419" y="0"/>
                  </a:lnTo>
                  <a:lnTo>
                    <a:pt x="6908419" y="1678178"/>
                  </a:lnTo>
                  <a:lnTo>
                    <a:pt x="0" y="167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" b="-2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2261275" y="7716974"/>
            <a:ext cx="5480285" cy="3082661"/>
            <a:chOff x="0" y="0"/>
            <a:chExt cx="7307047" cy="41102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560284" y="399393"/>
            <a:ext cx="5181276" cy="1258614"/>
            <a:chOff x="0" y="0"/>
            <a:chExt cx="6908368" cy="1678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08419" cy="1678178"/>
            </a:xfrm>
            <a:custGeom>
              <a:avLst/>
              <a:gdLst/>
              <a:ahLst/>
              <a:cxnLst/>
              <a:rect l="l" t="t" r="r" b="b"/>
              <a:pathLst>
                <a:path w="6908419" h="1678178">
                  <a:moveTo>
                    <a:pt x="0" y="0"/>
                  </a:moveTo>
                  <a:lnTo>
                    <a:pt x="6908419" y="0"/>
                  </a:lnTo>
                  <a:lnTo>
                    <a:pt x="6908419" y="1678178"/>
                  </a:lnTo>
                  <a:lnTo>
                    <a:pt x="0" y="167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" b="-2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55289" y="6289348"/>
            <a:ext cx="5317274" cy="5317274"/>
            <a:chOff x="0" y="0"/>
            <a:chExt cx="7089699" cy="70896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74073" y="4302842"/>
            <a:ext cx="1166072" cy="1832399"/>
          </a:xfrm>
          <a:custGeom>
            <a:avLst/>
            <a:gdLst/>
            <a:ahLst/>
            <a:cxnLst/>
            <a:rect l="l" t="t" r="r" b="b"/>
            <a:pathLst>
              <a:path w="1166072" h="1832399">
                <a:moveTo>
                  <a:pt x="0" y="0"/>
                </a:moveTo>
                <a:lnTo>
                  <a:pt x="1166072" y="0"/>
                </a:lnTo>
                <a:lnTo>
                  <a:pt x="1166072" y="1832399"/>
                </a:lnTo>
                <a:lnTo>
                  <a:pt x="0" y="18323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963445" y="2063451"/>
            <a:ext cx="1214898" cy="1451091"/>
            <a:chOff x="0" y="0"/>
            <a:chExt cx="319973" cy="3821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9973" cy="382180"/>
            </a:xfrm>
            <a:custGeom>
              <a:avLst/>
              <a:gdLst/>
              <a:ahLst/>
              <a:cxnLst/>
              <a:rect l="l" t="t" r="r" b="b"/>
              <a:pathLst>
                <a:path w="319973" h="382180">
                  <a:moveTo>
                    <a:pt x="0" y="0"/>
                  </a:moveTo>
                  <a:lnTo>
                    <a:pt x="319973" y="0"/>
                  </a:lnTo>
                  <a:lnTo>
                    <a:pt x="319973" y="382180"/>
                  </a:lnTo>
                  <a:lnTo>
                    <a:pt x="0" y="3821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19973" cy="420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5289" y="202696"/>
            <a:ext cx="10972638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spc="120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ARCHITECTURE AND SYSTEM DESIGN</a:t>
            </a:r>
          </a:p>
          <a:p>
            <a:pPr algn="l">
              <a:lnSpc>
                <a:spcPts val="6900"/>
              </a:lnSpc>
            </a:pPr>
            <a:endParaRPr lang="en-US" sz="6000" spc="120">
              <a:solidFill>
                <a:srgbClr val="00EDFF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2913926" y="6418665"/>
            <a:ext cx="1264418" cy="1435636"/>
            <a:chOff x="0" y="0"/>
            <a:chExt cx="333015" cy="3781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3015" cy="378110"/>
            </a:xfrm>
            <a:custGeom>
              <a:avLst/>
              <a:gdLst/>
              <a:ahLst/>
              <a:cxnLst/>
              <a:rect l="l" t="t" r="r" b="b"/>
              <a:pathLst>
                <a:path w="333015" h="378110">
                  <a:moveTo>
                    <a:pt x="0" y="0"/>
                  </a:moveTo>
                  <a:lnTo>
                    <a:pt x="333015" y="0"/>
                  </a:lnTo>
                  <a:lnTo>
                    <a:pt x="333015" y="378110"/>
                  </a:lnTo>
                  <a:lnTo>
                    <a:pt x="0" y="378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33015" cy="416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2328765" y="6126688"/>
            <a:ext cx="585161" cy="1009795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2913926" y="4219392"/>
            <a:ext cx="1264418" cy="1334087"/>
            <a:chOff x="0" y="0"/>
            <a:chExt cx="333015" cy="3513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3015" cy="351365"/>
            </a:xfrm>
            <a:custGeom>
              <a:avLst/>
              <a:gdLst/>
              <a:ahLst/>
              <a:cxnLst/>
              <a:rect l="l" t="t" r="r" b="b"/>
              <a:pathLst>
                <a:path w="333015" h="351365">
                  <a:moveTo>
                    <a:pt x="0" y="0"/>
                  </a:moveTo>
                  <a:lnTo>
                    <a:pt x="333015" y="0"/>
                  </a:lnTo>
                  <a:lnTo>
                    <a:pt x="333015" y="351365"/>
                  </a:lnTo>
                  <a:lnTo>
                    <a:pt x="0" y="3513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33015" cy="389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2328765" y="4886436"/>
            <a:ext cx="585161" cy="1402912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5123229" y="2751423"/>
            <a:ext cx="1009693" cy="1464003"/>
            <a:chOff x="0" y="0"/>
            <a:chExt cx="265927" cy="38558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5927" cy="385581"/>
            </a:xfrm>
            <a:custGeom>
              <a:avLst/>
              <a:gdLst/>
              <a:ahLst/>
              <a:cxnLst/>
              <a:rect l="l" t="t" r="r" b="b"/>
              <a:pathLst>
                <a:path w="265927" h="385581">
                  <a:moveTo>
                    <a:pt x="0" y="0"/>
                  </a:moveTo>
                  <a:lnTo>
                    <a:pt x="265927" y="0"/>
                  </a:lnTo>
                  <a:lnTo>
                    <a:pt x="265927" y="385581"/>
                  </a:lnTo>
                  <a:lnTo>
                    <a:pt x="0" y="3855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65927" cy="423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4178344" y="2788996"/>
            <a:ext cx="944885" cy="694428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5293911" y="4739932"/>
            <a:ext cx="1046608" cy="1549416"/>
            <a:chOff x="0" y="0"/>
            <a:chExt cx="275650" cy="40807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5650" cy="408077"/>
            </a:xfrm>
            <a:custGeom>
              <a:avLst/>
              <a:gdLst/>
              <a:ahLst/>
              <a:cxnLst/>
              <a:rect l="l" t="t" r="r" b="b"/>
              <a:pathLst>
                <a:path w="275650" h="408077">
                  <a:moveTo>
                    <a:pt x="0" y="0"/>
                  </a:moveTo>
                  <a:lnTo>
                    <a:pt x="275650" y="0"/>
                  </a:lnTo>
                  <a:lnTo>
                    <a:pt x="275650" y="408077"/>
                  </a:lnTo>
                  <a:lnTo>
                    <a:pt x="0" y="4080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75650" cy="446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>
            <a:off x="4178344" y="4886436"/>
            <a:ext cx="1115567" cy="628204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 flipV="1">
            <a:off x="4178344" y="5514640"/>
            <a:ext cx="1115567" cy="1621843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5237857" y="6860663"/>
            <a:ext cx="1294999" cy="969579"/>
            <a:chOff x="0" y="0"/>
            <a:chExt cx="341070" cy="25536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1070" cy="255362"/>
            </a:xfrm>
            <a:custGeom>
              <a:avLst/>
              <a:gdLst/>
              <a:ahLst/>
              <a:cxnLst/>
              <a:rect l="l" t="t" r="r" b="b"/>
              <a:pathLst>
                <a:path w="341070" h="255362">
                  <a:moveTo>
                    <a:pt x="0" y="0"/>
                  </a:moveTo>
                  <a:lnTo>
                    <a:pt x="341070" y="0"/>
                  </a:lnTo>
                  <a:lnTo>
                    <a:pt x="341070" y="255362"/>
                  </a:lnTo>
                  <a:lnTo>
                    <a:pt x="0" y="2553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41070" cy="293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AutoShape 35"/>
          <p:cNvSpPr/>
          <p:nvPr/>
        </p:nvSpPr>
        <p:spPr>
          <a:xfrm>
            <a:off x="4178344" y="7136483"/>
            <a:ext cx="1059513" cy="208969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6" name="AutoShape 36"/>
          <p:cNvSpPr/>
          <p:nvPr/>
        </p:nvSpPr>
        <p:spPr>
          <a:xfrm flipV="1">
            <a:off x="2347815" y="2788996"/>
            <a:ext cx="615630" cy="2764483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7" name="Group 37"/>
          <p:cNvGrpSpPr/>
          <p:nvPr/>
        </p:nvGrpSpPr>
        <p:grpSpPr>
          <a:xfrm>
            <a:off x="8449413" y="7854301"/>
            <a:ext cx="2013309" cy="1121401"/>
            <a:chOff x="0" y="0"/>
            <a:chExt cx="530254" cy="2953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0254" cy="295348"/>
            </a:xfrm>
            <a:custGeom>
              <a:avLst/>
              <a:gdLst/>
              <a:ahLst/>
              <a:cxnLst/>
              <a:rect l="l" t="t" r="r" b="b"/>
              <a:pathLst>
                <a:path w="530254" h="295348">
                  <a:moveTo>
                    <a:pt x="0" y="0"/>
                  </a:moveTo>
                  <a:lnTo>
                    <a:pt x="530254" y="0"/>
                  </a:lnTo>
                  <a:lnTo>
                    <a:pt x="530254" y="295348"/>
                  </a:lnTo>
                  <a:lnTo>
                    <a:pt x="0" y="2953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0254" cy="333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AutoShape 40"/>
          <p:cNvSpPr/>
          <p:nvPr/>
        </p:nvSpPr>
        <p:spPr>
          <a:xfrm>
            <a:off x="5885356" y="7830241"/>
            <a:ext cx="2564056" cy="584761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1" name="Group 41"/>
          <p:cNvGrpSpPr/>
          <p:nvPr/>
        </p:nvGrpSpPr>
        <p:grpSpPr>
          <a:xfrm>
            <a:off x="6885397" y="2583573"/>
            <a:ext cx="1146779" cy="1833128"/>
            <a:chOff x="0" y="0"/>
            <a:chExt cx="302032" cy="48279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02032" cy="482799"/>
            </a:xfrm>
            <a:custGeom>
              <a:avLst/>
              <a:gdLst/>
              <a:ahLst/>
              <a:cxnLst/>
              <a:rect l="l" t="t" r="r" b="b"/>
              <a:pathLst>
                <a:path w="302032" h="482799">
                  <a:moveTo>
                    <a:pt x="0" y="0"/>
                  </a:moveTo>
                  <a:lnTo>
                    <a:pt x="302032" y="0"/>
                  </a:lnTo>
                  <a:lnTo>
                    <a:pt x="302032" y="482799"/>
                  </a:lnTo>
                  <a:lnTo>
                    <a:pt x="0" y="4827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02032" cy="520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AutoShape 44"/>
          <p:cNvSpPr/>
          <p:nvPr/>
        </p:nvSpPr>
        <p:spPr>
          <a:xfrm>
            <a:off x="6132922" y="3483424"/>
            <a:ext cx="752475" cy="16713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5" name="Group 45"/>
          <p:cNvGrpSpPr/>
          <p:nvPr/>
        </p:nvGrpSpPr>
        <p:grpSpPr>
          <a:xfrm>
            <a:off x="7255290" y="5018119"/>
            <a:ext cx="1696253" cy="1585396"/>
            <a:chOff x="0" y="0"/>
            <a:chExt cx="446750" cy="41755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46750" cy="417553"/>
            </a:xfrm>
            <a:custGeom>
              <a:avLst/>
              <a:gdLst/>
              <a:ahLst/>
              <a:cxnLst/>
              <a:rect l="l" t="t" r="r" b="b"/>
              <a:pathLst>
                <a:path w="446750" h="417553">
                  <a:moveTo>
                    <a:pt x="0" y="0"/>
                  </a:moveTo>
                  <a:lnTo>
                    <a:pt x="446750" y="0"/>
                  </a:lnTo>
                  <a:lnTo>
                    <a:pt x="446750" y="417553"/>
                  </a:lnTo>
                  <a:lnTo>
                    <a:pt x="0" y="4175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446750" cy="45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AutoShape 48"/>
          <p:cNvSpPr/>
          <p:nvPr/>
        </p:nvSpPr>
        <p:spPr>
          <a:xfrm>
            <a:off x="6340519" y="5514640"/>
            <a:ext cx="914771" cy="296176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9" name="Group 49"/>
          <p:cNvGrpSpPr/>
          <p:nvPr/>
        </p:nvGrpSpPr>
        <p:grpSpPr>
          <a:xfrm>
            <a:off x="8483715" y="2583573"/>
            <a:ext cx="1320570" cy="1892175"/>
            <a:chOff x="0" y="0"/>
            <a:chExt cx="347804" cy="49835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47804" cy="498351"/>
            </a:xfrm>
            <a:custGeom>
              <a:avLst/>
              <a:gdLst/>
              <a:ahLst/>
              <a:cxnLst/>
              <a:rect l="l" t="t" r="r" b="b"/>
              <a:pathLst>
                <a:path w="347804" h="498351">
                  <a:moveTo>
                    <a:pt x="0" y="0"/>
                  </a:moveTo>
                  <a:lnTo>
                    <a:pt x="347804" y="0"/>
                  </a:lnTo>
                  <a:lnTo>
                    <a:pt x="347804" y="498351"/>
                  </a:lnTo>
                  <a:lnTo>
                    <a:pt x="0" y="4983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347804" cy="536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AutoShape 52"/>
          <p:cNvSpPr/>
          <p:nvPr/>
        </p:nvSpPr>
        <p:spPr>
          <a:xfrm>
            <a:off x="8032176" y="3500138"/>
            <a:ext cx="451539" cy="29523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3" name="Group 53"/>
          <p:cNvGrpSpPr/>
          <p:nvPr/>
        </p:nvGrpSpPr>
        <p:grpSpPr>
          <a:xfrm>
            <a:off x="10354833" y="2524527"/>
            <a:ext cx="1294347" cy="1951221"/>
            <a:chOff x="0" y="0"/>
            <a:chExt cx="340898" cy="51390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40898" cy="513902"/>
            </a:xfrm>
            <a:custGeom>
              <a:avLst/>
              <a:gdLst/>
              <a:ahLst/>
              <a:cxnLst/>
              <a:rect l="l" t="t" r="r" b="b"/>
              <a:pathLst>
                <a:path w="340898" h="513902">
                  <a:moveTo>
                    <a:pt x="0" y="0"/>
                  </a:moveTo>
                  <a:lnTo>
                    <a:pt x="340898" y="0"/>
                  </a:lnTo>
                  <a:lnTo>
                    <a:pt x="340898" y="513902"/>
                  </a:lnTo>
                  <a:lnTo>
                    <a:pt x="0" y="5139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340898" cy="5520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6" name="AutoShape 56"/>
          <p:cNvSpPr/>
          <p:nvPr/>
        </p:nvSpPr>
        <p:spPr>
          <a:xfrm flipV="1">
            <a:off x="9804285" y="3500138"/>
            <a:ext cx="550548" cy="29523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7" name="Group 57"/>
          <p:cNvGrpSpPr/>
          <p:nvPr/>
        </p:nvGrpSpPr>
        <p:grpSpPr>
          <a:xfrm>
            <a:off x="9570657" y="4969939"/>
            <a:ext cx="1568352" cy="1681754"/>
            <a:chOff x="0" y="0"/>
            <a:chExt cx="413064" cy="44293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13064" cy="442931"/>
            </a:xfrm>
            <a:custGeom>
              <a:avLst/>
              <a:gdLst/>
              <a:ahLst/>
              <a:cxnLst/>
              <a:rect l="l" t="t" r="r" b="b"/>
              <a:pathLst>
                <a:path w="413064" h="442931">
                  <a:moveTo>
                    <a:pt x="0" y="0"/>
                  </a:moveTo>
                  <a:lnTo>
                    <a:pt x="413064" y="0"/>
                  </a:lnTo>
                  <a:lnTo>
                    <a:pt x="413064" y="442931"/>
                  </a:lnTo>
                  <a:lnTo>
                    <a:pt x="0" y="4429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13064" cy="481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0" name="AutoShape 60"/>
          <p:cNvSpPr/>
          <p:nvPr/>
        </p:nvSpPr>
        <p:spPr>
          <a:xfrm>
            <a:off x="8951543" y="5810817"/>
            <a:ext cx="619114" cy="0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61" name="Freeform 61"/>
          <p:cNvSpPr/>
          <p:nvPr/>
        </p:nvSpPr>
        <p:spPr>
          <a:xfrm rot="5454000">
            <a:off x="1603464" y="4997965"/>
            <a:ext cx="612295" cy="442153"/>
          </a:xfrm>
          <a:custGeom>
            <a:avLst/>
            <a:gdLst/>
            <a:ahLst/>
            <a:cxnLst/>
            <a:rect l="l" t="t" r="r" b="b"/>
            <a:pathLst>
              <a:path w="612295" h="442153">
                <a:moveTo>
                  <a:pt x="6796" y="442153"/>
                </a:moveTo>
                <a:lnTo>
                  <a:pt x="0" y="9512"/>
                </a:lnTo>
                <a:lnTo>
                  <a:pt x="605499" y="0"/>
                </a:lnTo>
                <a:lnTo>
                  <a:pt x="612295" y="432641"/>
                </a:lnTo>
                <a:lnTo>
                  <a:pt x="6796" y="44215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883"/>
            </a:stretch>
          </a:blipFill>
        </p:spPr>
      </p:sp>
      <p:grpSp>
        <p:nvGrpSpPr>
          <p:cNvPr id="62" name="Group 62"/>
          <p:cNvGrpSpPr/>
          <p:nvPr/>
        </p:nvGrpSpPr>
        <p:grpSpPr>
          <a:xfrm>
            <a:off x="11649180" y="7681059"/>
            <a:ext cx="2013309" cy="863095"/>
            <a:chOff x="0" y="0"/>
            <a:chExt cx="530254" cy="227317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30254" cy="227317"/>
            </a:xfrm>
            <a:custGeom>
              <a:avLst/>
              <a:gdLst/>
              <a:ahLst/>
              <a:cxnLst/>
              <a:rect l="l" t="t" r="r" b="b"/>
              <a:pathLst>
                <a:path w="530254" h="227317">
                  <a:moveTo>
                    <a:pt x="0" y="0"/>
                  </a:moveTo>
                  <a:lnTo>
                    <a:pt x="530254" y="0"/>
                  </a:lnTo>
                  <a:lnTo>
                    <a:pt x="530254" y="227317"/>
                  </a:lnTo>
                  <a:lnTo>
                    <a:pt x="0" y="2273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530254" cy="265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5" name="AutoShape 65"/>
          <p:cNvSpPr/>
          <p:nvPr/>
        </p:nvSpPr>
        <p:spPr>
          <a:xfrm flipV="1">
            <a:off x="10462722" y="8112607"/>
            <a:ext cx="1186458" cy="302395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6" name="Group 66"/>
          <p:cNvGrpSpPr/>
          <p:nvPr/>
        </p:nvGrpSpPr>
        <p:grpSpPr>
          <a:xfrm>
            <a:off x="12359203" y="2860171"/>
            <a:ext cx="3006834" cy="3742083"/>
            <a:chOff x="0" y="0"/>
            <a:chExt cx="736700" cy="91684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36700" cy="916842"/>
            </a:xfrm>
            <a:custGeom>
              <a:avLst/>
              <a:gdLst/>
              <a:ahLst/>
              <a:cxnLst/>
              <a:rect l="l" t="t" r="r" b="b"/>
              <a:pathLst>
                <a:path w="736700" h="916842">
                  <a:moveTo>
                    <a:pt x="5766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56823"/>
                  </a:lnTo>
                  <a:lnTo>
                    <a:pt x="160020" y="916842"/>
                  </a:lnTo>
                  <a:lnTo>
                    <a:pt x="576680" y="916842"/>
                  </a:lnTo>
                  <a:lnTo>
                    <a:pt x="736700" y="756823"/>
                  </a:lnTo>
                  <a:lnTo>
                    <a:pt x="736700" y="160020"/>
                  </a:lnTo>
                  <a:lnTo>
                    <a:pt x="5766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63500" y="25400"/>
              <a:ext cx="609700" cy="827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9" name="AutoShape 69"/>
          <p:cNvSpPr/>
          <p:nvPr/>
        </p:nvSpPr>
        <p:spPr>
          <a:xfrm flipV="1">
            <a:off x="6532856" y="6602254"/>
            <a:ext cx="7329763" cy="743198"/>
          </a:xfrm>
          <a:prstGeom prst="line">
            <a:avLst/>
          </a:prstGeom>
          <a:ln w="104775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0" name="Group 70"/>
          <p:cNvGrpSpPr/>
          <p:nvPr/>
        </p:nvGrpSpPr>
        <p:grpSpPr>
          <a:xfrm>
            <a:off x="12696930" y="4026661"/>
            <a:ext cx="2304488" cy="1116839"/>
            <a:chOff x="0" y="0"/>
            <a:chExt cx="606943" cy="29414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06943" cy="294147"/>
            </a:xfrm>
            <a:custGeom>
              <a:avLst/>
              <a:gdLst/>
              <a:ahLst/>
              <a:cxnLst/>
              <a:rect l="l" t="t" r="r" b="b"/>
              <a:pathLst>
                <a:path w="606943" h="294147">
                  <a:moveTo>
                    <a:pt x="0" y="0"/>
                  </a:moveTo>
                  <a:lnTo>
                    <a:pt x="606943" y="0"/>
                  </a:lnTo>
                  <a:lnTo>
                    <a:pt x="606943" y="294147"/>
                  </a:lnTo>
                  <a:lnTo>
                    <a:pt x="0" y="294147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606943" cy="33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704306" y="2063451"/>
            <a:ext cx="5188171" cy="5073032"/>
            <a:chOff x="0" y="0"/>
            <a:chExt cx="1366432" cy="133610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366432" cy="1336107"/>
            </a:xfrm>
            <a:custGeom>
              <a:avLst/>
              <a:gdLst/>
              <a:ahLst/>
              <a:cxnLst/>
              <a:rect l="l" t="t" r="r" b="b"/>
              <a:pathLst>
                <a:path w="1366432" h="1336107">
                  <a:moveTo>
                    <a:pt x="0" y="0"/>
                  </a:moveTo>
                  <a:lnTo>
                    <a:pt x="1366432" y="0"/>
                  </a:lnTo>
                  <a:lnTo>
                    <a:pt x="1366432" y="1336107"/>
                  </a:lnTo>
                  <a:lnTo>
                    <a:pt x="0" y="13361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1366432" cy="1374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535" b="-95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74073" y="7068691"/>
            <a:ext cx="4137881" cy="4137881"/>
            <a:chOff x="0" y="0"/>
            <a:chExt cx="7089699" cy="70896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003024" y="8206836"/>
            <a:ext cx="3738536" cy="2102927"/>
            <a:chOff x="0" y="0"/>
            <a:chExt cx="7307047" cy="4110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55289" y="600075"/>
            <a:ext cx="10959397" cy="936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3200" spc="64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ARCHITECTURE AND SYSTEM DESIGN</a:t>
            </a:r>
          </a:p>
          <a:p>
            <a:pPr algn="l">
              <a:lnSpc>
                <a:spcPts val="3681"/>
              </a:lnSpc>
            </a:pPr>
            <a:endParaRPr lang="en-US" sz="3200" spc="64">
              <a:solidFill>
                <a:srgbClr val="00EDFF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5289" y="2418855"/>
            <a:ext cx="3609099" cy="55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TYPE HERE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50922" y="581025"/>
            <a:ext cx="2590638" cy="447675"/>
            <a:chOff x="0" y="0"/>
            <a:chExt cx="6908368" cy="1193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08419" cy="1193825"/>
            </a:xfrm>
            <a:custGeom>
              <a:avLst/>
              <a:gdLst/>
              <a:ahLst/>
              <a:cxnLst/>
              <a:rect l="l" t="t" r="r" b="b"/>
              <a:pathLst>
                <a:path w="6908419" h="1193825">
                  <a:moveTo>
                    <a:pt x="0" y="0"/>
                  </a:moveTo>
                  <a:lnTo>
                    <a:pt x="6908419" y="0"/>
                  </a:lnTo>
                  <a:lnTo>
                    <a:pt x="6908419" y="1193825"/>
                  </a:lnTo>
                  <a:lnTo>
                    <a:pt x="0" y="1193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317" b="-20316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374073" y="4302842"/>
            <a:ext cx="1166072" cy="1832399"/>
          </a:xfrm>
          <a:custGeom>
            <a:avLst/>
            <a:gdLst/>
            <a:ahLst/>
            <a:cxnLst/>
            <a:rect l="l" t="t" r="r" b="b"/>
            <a:pathLst>
              <a:path w="1166072" h="1832399">
                <a:moveTo>
                  <a:pt x="0" y="0"/>
                </a:moveTo>
                <a:lnTo>
                  <a:pt x="1166072" y="0"/>
                </a:lnTo>
                <a:lnTo>
                  <a:pt x="1166072" y="1832399"/>
                </a:lnTo>
                <a:lnTo>
                  <a:pt x="0" y="1832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54000">
            <a:off x="1603464" y="4997965"/>
            <a:ext cx="612295" cy="442153"/>
          </a:xfrm>
          <a:custGeom>
            <a:avLst/>
            <a:gdLst/>
            <a:ahLst/>
            <a:cxnLst/>
            <a:rect l="l" t="t" r="r" b="b"/>
            <a:pathLst>
              <a:path w="612295" h="442153">
                <a:moveTo>
                  <a:pt x="6796" y="442153"/>
                </a:moveTo>
                <a:lnTo>
                  <a:pt x="0" y="9512"/>
                </a:lnTo>
                <a:lnTo>
                  <a:pt x="605499" y="0"/>
                </a:lnTo>
                <a:lnTo>
                  <a:pt x="612295" y="432641"/>
                </a:lnTo>
                <a:lnTo>
                  <a:pt x="6796" y="44215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883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902" y="0"/>
            <a:ext cx="18252098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535" b="-95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1201" y="7217618"/>
            <a:ext cx="5411362" cy="4389004"/>
            <a:chOff x="0" y="0"/>
            <a:chExt cx="7089699" cy="70896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335454" y="7960916"/>
            <a:ext cx="5480285" cy="3082661"/>
            <a:chOff x="0" y="0"/>
            <a:chExt cx="7307047" cy="4110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560284" y="399393"/>
            <a:ext cx="5181276" cy="1258614"/>
            <a:chOff x="0" y="0"/>
            <a:chExt cx="6908368" cy="16781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08419" cy="1678178"/>
            </a:xfrm>
            <a:custGeom>
              <a:avLst/>
              <a:gdLst/>
              <a:ahLst/>
              <a:cxnLst/>
              <a:rect l="l" t="t" r="r" b="b"/>
              <a:pathLst>
                <a:path w="6908419" h="1678178">
                  <a:moveTo>
                    <a:pt x="0" y="0"/>
                  </a:moveTo>
                  <a:lnTo>
                    <a:pt x="6908419" y="0"/>
                  </a:lnTo>
                  <a:lnTo>
                    <a:pt x="6908419" y="1678178"/>
                  </a:lnTo>
                  <a:lnTo>
                    <a:pt x="0" y="167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" b="-2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55289" y="458791"/>
            <a:ext cx="14375111" cy="77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3600" spc="120" dirty="0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MARKET STUDY AND BUSINESS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8E12BF-721F-5869-5E04-7DDACC9C21EB}"/>
              </a:ext>
            </a:extLst>
          </p:cNvPr>
          <p:cNvSpPr txBox="1"/>
          <p:nvPr/>
        </p:nvSpPr>
        <p:spPr>
          <a:xfrm>
            <a:off x="5047590" y="4073215"/>
            <a:ext cx="2882444" cy="1924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EDFF"/>
                </a:solidFill>
                <a:latin typeface="HK Modular" panose="020B0604020202020204" charset="0"/>
              </a:rPr>
              <a:t>Philips Respironics Alice Night One Home Sleep Testing Device</a:t>
            </a:r>
          </a:p>
          <a:p>
            <a:pPr algn="l">
              <a:lnSpc>
                <a:spcPts val="7080"/>
              </a:lnSpc>
            </a:pPr>
            <a:endParaRPr lang="en-US" sz="2800" spc="120" dirty="0">
              <a:solidFill>
                <a:srgbClr val="FF0000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2C40C2-7FB5-63B6-6C00-E97EBDFFC494}"/>
              </a:ext>
            </a:extLst>
          </p:cNvPr>
          <p:cNvGrpSpPr/>
          <p:nvPr/>
        </p:nvGrpSpPr>
        <p:grpSpPr>
          <a:xfrm>
            <a:off x="5105400" y="1870642"/>
            <a:ext cx="12039600" cy="2886622"/>
            <a:chOff x="665793" y="1870642"/>
            <a:chExt cx="16479207" cy="2886622"/>
          </a:xfrm>
        </p:grpSpPr>
        <p:pic>
          <p:nvPicPr>
            <p:cNvPr id="1026" name="Picture 2" descr="Philips Respironics Alice Night One Home Sleep Testing Device">
              <a:extLst>
                <a:ext uri="{FF2B5EF4-FFF2-40B4-BE49-F238E27FC236}">
                  <a16:creationId xmlns:a16="http://schemas.microsoft.com/office/drawing/2014/main" id="{58573E2F-EC91-D0F8-45D2-EE80589741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48" b="22943"/>
            <a:stretch>
              <a:fillRect/>
            </a:stretch>
          </p:blipFill>
          <p:spPr bwMode="auto">
            <a:xfrm>
              <a:off x="665793" y="1876047"/>
              <a:ext cx="3866218" cy="2110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watch Apple Watch Compatible Iphone Iwatch Reloj Compatible Con Iphone  Watch Series Apple Watch">
              <a:extLst>
                <a:ext uri="{FF2B5EF4-FFF2-40B4-BE49-F238E27FC236}">
                  <a16:creationId xmlns:a16="http://schemas.microsoft.com/office/drawing/2014/main" id="{583EBD07-9DF5-94F2-1E4D-C6AB8DA28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525" y="1886758"/>
              <a:ext cx="3414711" cy="2110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B44126-E343-D66E-742A-CF02B66C303D}"/>
                </a:ext>
              </a:extLst>
            </p:cNvPr>
            <p:cNvSpPr txBox="1"/>
            <p:nvPr/>
          </p:nvSpPr>
          <p:spPr>
            <a:xfrm>
              <a:off x="6437764" y="4288115"/>
              <a:ext cx="2514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EDFF"/>
                  </a:solidFill>
                  <a:latin typeface="HK Modular" panose="020B0604020202020204" charset="0"/>
                </a:rPr>
                <a:t>APPLE WATCH</a:t>
              </a:r>
            </a:p>
          </p:txBody>
        </p:sp>
        <p:pic>
          <p:nvPicPr>
            <p:cNvPr id="1030" name="Picture 6" descr="spirometer - Air Next - NuvoAir ...">
              <a:extLst>
                <a:ext uri="{FF2B5EF4-FFF2-40B4-BE49-F238E27FC236}">
                  <a16:creationId xmlns:a16="http://schemas.microsoft.com/office/drawing/2014/main" id="{8694A988-6326-3B29-70F9-3E5D5CE47E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0680" y="1870642"/>
              <a:ext cx="3205162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056F30-7ED8-C05B-91B3-22A50091CA79}"/>
                </a:ext>
              </a:extLst>
            </p:cNvPr>
            <p:cNvSpPr txBox="1"/>
            <p:nvPr/>
          </p:nvSpPr>
          <p:spPr>
            <a:xfrm>
              <a:off x="10429102" y="4387932"/>
              <a:ext cx="2514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EDFF"/>
                  </a:solidFill>
                  <a:latin typeface="HK Modular" panose="020B0604020202020204" charset="0"/>
                </a:rPr>
                <a:t>Nuvo air</a:t>
              </a:r>
            </a:p>
          </p:txBody>
        </p:sp>
        <p:pic>
          <p:nvPicPr>
            <p:cNvPr id="1034" name="Picture 10" descr="Remote Monitoring for your ResMed CPAP ...">
              <a:extLst>
                <a:ext uri="{FF2B5EF4-FFF2-40B4-BE49-F238E27FC236}">
                  <a16:creationId xmlns:a16="http://schemas.microsoft.com/office/drawing/2014/main" id="{45DE98C0-5316-BB0F-FF04-7B2A4B7CA2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8326" y="1870642"/>
              <a:ext cx="3205162" cy="2110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523907-FC19-82CC-AC7B-F2BFE41F8971}"/>
                </a:ext>
              </a:extLst>
            </p:cNvPr>
            <p:cNvSpPr txBox="1"/>
            <p:nvPr/>
          </p:nvSpPr>
          <p:spPr>
            <a:xfrm>
              <a:off x="14171900" y="4387932"/>
              <a:ext cx="2973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EDFF"/>
                  </a:solidFill>
                  <a:latin typeface="HK Modular" panose="020B0604020202020204" charset="0"/>
                </a:rPr>
                <a:t>ResMed air med</a:t>
              </a:r>
            </a:p>
          </p:txBody>
        </p:sp>
      </p:grpSp>
      <p:pic>
        <p:nvPicPr>
          <p:cNvPr id="1036" name="Picture 12">
            <a:extLst>
              <a:ext uri="{FF2B5EF4-FFF2-40B4-BE49-F238E27FC236}">
                <a16:creationId xmlns:a16="http://schemas.microsoft.com/office/drawing/2014/main" id="{18B6AC20-3D44-000D-4BB9-E06434E25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39" y="5376690"/>
            <a:ext cx="5835787" cy="350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3759AC5B-9694-AF1A-ACAE-A02EAFFE5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74" y="5392805"/>
            <a:ext cx="5572450" cy="350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3D884DE-B6CA-22C4-3661-322E0E35489C}"/>
              </a:ext>
            </a:extLst>
          </p:cNvPr>
          <p:cNvSpPr txBox="1"/>
          <p:nvPr/>
        </p:nvSpPr>
        <p:spPr>
          <a:xfrm>
            <a:off x="12287175" y="5494690"/>
            <a:ext cx="557245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The consistently high and rising burden of COPD and asthma—especially in South and East Asia—indicates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large, underserved market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 for scalable respiratory monitoring and early-detection solutions.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0EDFF"/>
              </a:solidFill>
              <a:effectLst/>
              <a:latin typeface="HK Modula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The upward global trend confirms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recurring, long-term demand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, supporting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subscription-based or device-plus-analytics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 business model rather than one-time sales.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0EDFF"/>
              </a:solidFill>
              <a:effectLst/>
              <a:latin typeface="HK Modula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Regional variability enables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tiered pricing and B2B2C strategy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 hospitals, insurers, home care), aligning affordability with high-burden markets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EDFF"/>
                </a:solidFill>
                <a:effectLst/>
                <a:latin typeface="HK Modular" panose="020B0604020202020204" charset="0"/>
              </a:rPr>
              <a:t>while sustaining margins</a:t>
            </a:r>
          </a:p>
        </p:txBody>
      </p:sp>
      <p:pic>
        <p:nvPicPr>
          <p:cNvPr id="1041" name="Picture 17" descr="Google Fit | Google for Developers">
            <a:extLst>
              <a:ext uri="{FF2B5EF4-FFF2-40B4-BE49-F238E27FC236}">
                <a16:creationId xmlns:a16="http://schemas.microsoft.com/office/drawing/2014/main" id="{F6C671EF-1B12-2924-5E6C-B4A7CB49C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88" y="1874306"/>
            <a:ext cx="3271277" cy="210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5F24D51-7A82-5B7E-031A-F48A8BCA92C4}"/>
              </a:ext>
            </a:extLst>
          </p:cNvPr>
          <p:cNvSpPr txBox="1"/>
          <p:nvPr/>
        </p:nvSpPr>
        <p:spPr>
          <a:xfrm>
            <a:off x="807622" y="4355621"/>
            <a:ext cx="2882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pc="120" dirty="0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Google fit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535" b="-95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5289" y="6289348"/>
            <a:ext cx="5317274" cy="5317274"/>
            <a:chOff x="0" y="0"/>
            <a:chExt cx="7089699" cy="70896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261275" y="7716974"/>
            <a:ext cx="5480285" cy="3082661"/>
            <a:chOff x="0" y="0"/>
            <a:chExt cx="7307047" cy="4110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55289" y="476250"/>
            <a:ext cx="10598363" cy="290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000" spc="120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RESEARCH AND REFERENCES</a:t>
            </a:r>
          </a:p>
          <a:p>
            <a:pPr algn="l">
              <a:lnSpc>
                <a:spcPts val="7559"/>
              </a:lnSpc>
            </a:pPr>
            <a:endParaRPr lang="en-US" sz="6000" spc="120">
              <a:solidFill>
                <a:srgbClr val="00EDFF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5289" y="2514105"/>
            <a:ext cx="3609099" cy="55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TYPE HERE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560284" y="399393"/>
            <a:ext cx="5181276" cy="1258614"/>
            <a:chOff x="0" y="0"/>
            <a:chExt cx="6908368" cy="16781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08419" cy="1678178"/>
            </a:xfrm>
            <a:custGeom>
              <a:avLst/>
              <a:gdLst/>
              <a:ahLst/>
              <a:cxnLst/>
              <a:rect l="l" t="t" r="r" b="b"/>
              <a:pathLst>
                <a:path w="6908419" h="1678178">
                  <a:moveTo>
                    <a:pt x="0" y="0"/>
                  </a:moveTo>
                  <a:lnTo>
                    <a:pt x="6908419" y="0"/>
                  </a:lnTo>
                  <a:lnTo>
                    <a:pt x="6908419" y="1678178"/>
                  </a:lnTo>
                  <a:lnTo>
                    <a:pt x="0" y="167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" b="-2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535" b="-953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5289" y="6289348"/>
            <a:ext cx="5317274" cy="5317274"/>
            <a:chOff x="0" y="0"/>
            <a:chExt cx="7089699" cy="70896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9648" cy="7089648"/>
            </a:xfrm>
            <a:custGeom>
              <a:avLst/>
              <a:gdLst/>
              <a:ahLst/>
              <a:cxnLst/>
              <a:rect l="l" t="t" r="r" b="b"/>
              <a:pathLst>
                <a:path w="7089648" h="7089648">
                  <a:moveTo>
                    <a:pt x="0" y="0"/>
                  </a:moveTo>
                  <a:lnTo>
                    <a:pt x="7089648" y="0"/>
                  </a:lnTo>
                  <a:lnTo>
                    <a:pt x="7089648" y="7089648"/>
                  </a:lnTo>
                  <a:lnTo>
                    <a:pt x="0" y="7089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261275" y="7716974"/>
            <a:ext cx="5480285" cy="3082661"/>
            <a:chOff x="0" y="0"/>
            <a:chExt cx="7307047" cy="4110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7072" cy="4110228"/>
            </a:xfrm>
            <a:custGeom>
              <a:avLst/>
              <a:gdLst/>
              <a:ahLst/>
              <a:cxnLst/>
              <a:rect l="l" t="t" r="r" b="b"/>
              <a:pathLst>
                <a:path w="7307072" h="4110228">
                  <a:moveTo>
                    <a:pt x="0" y="0"/>
                  </a:moveTo>
                  <a:lnTo>
                    <a:pt x="7307072" y="0"/>
                  </a:lnTo>
                  <a:lnTo>
                    <a:pt x="7307072" y="4110228"/>
                  </a:lnTo>
                  <a:lnTo>
                    <a:pt x="0" y="4110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560284" y="399393"/>
            <a:ext cx="5181276" cy="1258614"/>
            <a:chOff x="0" y="0"/>
            <a:chExt cx="6908368" cy="16781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08419" cy="1678178"/>
            </a:xfrm>
            <a:custGeom>
              <a:avLst/>
              <a:gdLst/>
              <a:ahLst/>
              <a:cxnLst/>
              <a:rect l="l" t="t" r="r" b="b"/>
              <a:pathLst>
                <a:path w="6908419" h="1678178">
                  <a:moveTo>
                    <a:pt x="0" y="0"/>
                  </a:moveTo>
                  <a:lnTo>
                    <a:pt x="6908419" y="0"/>
                  </a:lnTo>
                  <a:lnTo>
                    <a:pt x="6908419" y="1678178"/>
                  </a:lnTo>
                  <a:lnTo>
                    <a:pt x="0" y="167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" b="-21"/>
              </a:stretch>
            </a:blipFill>
          </p:spPr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196474" y="2705100"/>
          <a:ext cx="16027400" cy="5080000"/>
        </p:xfrm>
        <a:graphic>
          <a:graphicData uri="http://schemas.openxmlformats.org/drawingml/2006/table">
            <a:tbl>
              <a:tblPr/>
              <a:tblGrid>
                <a:gridCol w="294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6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9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8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255289" y="304800"/>
            <a:ext cx="917568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178">
                <a:solidFill>
                  <a:srgbClr val="00EDFF"/>
                </a:solidFill>
                <a:latin typeface="HK Modular"/>
                <a:ea typeface="HK Modular"/>
                <a:cs typeface="HK Modular"/>
                <a:sym typeface="HK Modular"/>
              </a:rPr>
              <a:t>TEAM DETAILS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5143" y="2976172"/>
            <a:ext cx="2733599" cy="37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00" spc="4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ROLE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05764" y="2976172"/>
            <a:ext cx="2733599" cy="37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00" spc="4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NAME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84431" y="2992679"/>
            <a:ext cx="2733599" cy="37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00" spc="4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86516" y="2976172"/>
            <a:ext cx="2733599" cy="37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00" spc="4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COLLEGE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79437" y="2976172"/>
            <a:ext cx="2733599" cy="70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00" spc="4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STREAM/</a:t>
            </a:r>
          </a:p>
          <a:p>
            <a:pPr algn="ctr">
              <a:lnSpc>
                <a:spcPts val="2660"/>
              </a:lnSpc>
            </a:pPr>
            <a:r>
              <a:rPr lang="en-US" sz="2000" spc="4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151</Words>
  <Application>Microsoft Office PowerPoint</Application>
  <PresentationFormat>Custom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HK Modular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NAME: TYPE HERE COLLEGE NAME: TYPE HERE PROBLEM TRACK: TYPE HERE</dc:title>
  <cp:lastModifiedBy>Yamuna Tv</cp:lastModifiedBy>
  <cp:revision>2</cp:revision>
  <dcterms:created xsi:type="dcterms:W3CDTF">2006-08-16T00:00:00Z</dcterms:created>
  <dcterms:modified xsi:type="dcterms:W3CDTF">2025-12-21T12:49:09Z</dcterms:modified>
  <dc:identifier>DAG74LgsY8M</dc:identifier>
</cp:coreProperties>
</file>